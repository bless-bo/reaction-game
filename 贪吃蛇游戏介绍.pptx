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ADE80"/>
                </a:solidFill>
              </a:defRPr>
            </a:pPr>
            <a:r>
              <a:t>🐍 贪吃蛇大作战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A0A0A0"/>
                </a:solidFill>
              </a:defRPr>
            </a:pPr>
            <a:r>
              <a:t>经典怀旧 · 全新体验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4ADE80"/>
                </a:solidFill>
              </a:defRPr>
            </a:pPr>
            <a:r>
              <a:t>技术栈: HTML5 | CSS3 | JavaScript | Canvas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ADE80"/>
                </a:solidFill>
              </a:defRPr>
            </a:pPr>
            <a:r>
              <a:t>🎯 游戏介绍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3200">
                <a:solidFill>
                  <a:srgbClr val="FFFFFF"/>
                </a:solidFill>
              </a:defRPr>
            </a:pPr>
            <a:r>
              <a:t>• 经典贪吃蛇玩法的网页版本</a:t>
            </a:r>
            <a:br/>
            <a:br/>
            <a:r>
              <a:t>• 流畅的动画效果和炫酷的视觉设计</a:t>
            </a:r>
            <a:br/>
            <a:br/>
            <a:r>
              <a:t>• 支持多种操控方式</a:t>
            </a:r>
            <a:br/>
            <a:br/>
            <a:r>
              <a:t>• 实时分数统计和最高分记录</a:t>
            </a:r>
            <a:br/>
            <a:br/>
            <a:r>
              <a:t>• 难度递增，挑战极限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ADE80"/>
                </a:solidFill>
              </a:defRPr>
            </a:pPr>
            <a:r>
              <a:t>🕹️ 操作方式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2800">
                <a:solidFill>
                  <a:srgbClr val="FFFFFF"/>
                </a:solidFill>
              </a:defRPr>
            </a:pPr>
            <a:r>
              <a:t>键盘控制:</a:t>
            </a:r>
            <a:br/>
            <a:r>
              <a:t>    ↑ ↓ ← →  方向键控制方向</a:t>
            </a:r>
            <a:br/>
            <a:r>
              <a:t>    W A S D  键盘控制方向</a:t>
            </a:r>
            <a:br/>
            <a:r>
              <a:t>    Enter    开始/重新开始</a:t>
            </a:r>
            <a:br/>
            <a:br/>
            <a:r>
              <a:t>触屏控制:</a:t>
            </a:r>
            <a:br/>
            <a:r>
              <a:t>    点击方向按钮</a:t>
            </a:r>
            <a:br/>
            <a:r>
              <a:t>    或在画布上滑动控制方向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ADE80"/>
                </a:solidFill>
              </a:defRPr>
            </a:pPr>
            <a:r>
              <a:t>🏆 计分规则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计分规则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3000">
                <a:solidFill>
                  <a:srgbClr val="FFFFFF"/>
                </a:solidFill>
              </a:defRPr>
            </a:pPr>
            <a:r>
              <a:t>每吃 1 个食物:  +10 分</a:t>
            </a:r>
            <a:br/>
            <a:br/>
            <a:r>
              <a:t>每 50 分:  速度提升一级</a:t>
            </a:r>
            <a:br/>
            <a:br/>
            <a:r>
              <a:t>最高分:  本地自动保存</a:t>
            </a:r>
            <a:br/>
            <a:br/>
            <a:r>
              <a:t>💡 速度越快，难度越高，看看你能走多远！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ADE80"/>
                </a:solidFill>
              </a:defRPr>
            </a:pPr>
            <a:r>
              <a:t>🎉 开始挑战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3000">
                <a:solidFill>
                  <a:srgbClr val="FFFFFF"/>
                </a:solidFill>
              </a:defRPr>
            </a:pPr>
            <a:r>
              <a:t>游戏结束条件:</a:t>
            </a:r>
            <a:br/>
            <a:r>
              <a:t>    • 撞到墙壁 = 游戏结束</a:t>
            </a:r>
            <a:br/>
            <a:r>
              <a:t>    • 撞到自己的身体 = 游戏结束</a:t>
            </a:r>
            <a:br/>
            <a:br/>
            <a:r>
              <a:t>挑战极限，创造最高分！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D700"/>
                </a:solidFill>
              </a:defRPr>
            </a:pPr>
            <a:r>
              <a:t>👉 github.com/bless-bo/reaction-game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4ADE80"/>
                </a:solidFill>
              </a:defRPr>
            </a:pPr>
            <a:r>
              <a:t>感谢观看！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